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3156BA7-5571-49D6-B265-EB99157CF06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B492-D151-43AF-8EDD-635B8E978E4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5C2-C5F2-41BC-847E-6F556ACC2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72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B492-D151-43AF-8EDD-635B8E978E4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5C2-C5F2-41BC-847E-6F556ACC2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24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B492-D151-43AF-8EDD-635B8E978E4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5C2-C5F2-41BC-847E-6F556ACC2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57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B492-D151-43AF-8EDD-635B8E978E4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5C2-C5F2-41BC-847E-6F556ACC2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50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B492-D151-43AF-8EDD-635B8E978E4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5C2-C5F2-41BC-847E-6F556ACC2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9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B492-D151-43AF-8EDD-635B8E978E4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5C2-C5F2-41BC-847E-6F556ACC2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9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B492-D151-43AF-8EDD-635B8E978E4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5C2-C5F2-41BC-847E-6F556ACC2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45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B492-D151-43AF-8EDD-635B8E978E4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5C2-C5F2-41BC-847E-6F556ACC2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59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B492-D151-43AF-8EDD-635B8E978E4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5C2-C5F2-41BC-847E-6F556ACC2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5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B492-D151-43AF-8EDD-635B8E978E4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5C2-C5F2-41BC-847E-6F556ACC2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54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3B492-D151-43AF-8EDD-635B8E978E4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5C2-C5F2-41BC-847E-6F556ACC2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6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3B492-D151-43AF-8EDD-635B8E978E4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555C2-C5F2-41BC-847E-6F556ACC2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5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7" y="1838238"/>
            <a:ext cx="3505112" cy="2829556"/>
          </a:xfrm>
          <a:prstGeom prst="rect">
            <a:avLst/>
          </a:prstGeom>
        </p:spPr>
      </p:pic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967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12" y="966991"/>
            <a:ext cx="3596952" cy="473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7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2" y="986583"/>
            <a:ext cx="3718882" cy="47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391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72" y="897322"/>
            <a:ext cx="3650296" cy="473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36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81" y="814808"/>
            <a:ext cx="3588220" cy="475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67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9" y="765571"/>
            <a:ext cx="3736681" cy="491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126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17" y="948418"/>
            <a:ext cx="3759182" cy="483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44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7273"/>
            <a:ext cx="3915197" cy="319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97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60" y="934570"/>
            <a:ext cx="3635775" cy="47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813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48021"/>
            <a:ext cx="3893338" cy="505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117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14975"/>
            <a:ext cx="3891812" cy="306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40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" y="1566811"/>
            <a:ext cx="3805374" cy="31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585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4704"/>
            <a:ext cx="3923911" cy="316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47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89" y="1148984"/>
            <a:ext cx="3497983" cy="475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30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56221438"/>
              </p:ext>
            </p:extLst>
          </p:nvPr>
        </p:nvGraphicFramePr>
        <p:xfrm>
          <a:off x="3953691" y="365760"/>
          <a:ext cx="7881258" cy="614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1258">
                  <a:extLst>
                    <a:ext uri="{9D8B030D-6E8A-4147-A177-3AD203B41FA5}">
                      <a16:colId xmlns:a16="http://schemas.microsoft.com/office/drawing/2014/main" val="4186478252"/>
                    </a:ext>
                  </a:extLst>
                </a:gridCol>
              </a:tblGrid>
              <a:tr h="61482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813410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3407"/>
            <a:ext cx="3809160" cy="30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07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Nothing1010.blogspot.com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Janny Nguyen(NGUYỄN THỊ CHIÊN_PVN)</dc:creator>
  <cp:lastModifiedBy>Janny Nguyen(NGUYỄN THỊ CHIÊN_PVN)</cp:lastModifiedBy>
  <cp:revision>14</cp:revision>
  <dcterms:created xsi:type="dcterms:W3CDTF">2026-02-28T08:39:42Z</dcterms:created>
  <dcterms:modified xsi:type="dcterms:W3CDTF">2026-02-28T08:59:45Z</dcterms:modified>
</cp:coreProperties>
</file>